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  <p:sldId id="271" r:id="rId16"/>
    <p:sldId id="26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1434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Relationship Analysis Process of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Entities, Dependencies, and Interactions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Relationship analysis in web applications involves identifying and evaluating the interactions, dependencies, and connections between different components, such as users, databases, APIs, and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Understand </a:t>
            </a:r>
            <a:r>
              <a:rPr dirty="0"/>
              <a:t>system components</a:t>
            </a:r>
          </a:p>
          <a:p>
            <a:r>
              <a:rPr dirty="0" smtClean="0"/>
              <a:t>Identify </a:t>
            </a:r>
            <a:r>
              <a:rPr dirty="0"/>
              <a:t>dependencies</a:t>
            </a:r>
          </a:p>
          <a:p>
            <a:r>
              <a:rPr dirty="0" smtClean="0"/>
              <a:t>Analyze </a:t>
            </a:r>
            <a:r>
              <a:rPr dirty="0"/>
              <a:t>data flow</a:t>
            </a:r>
          </a:p>
          <a:p>
            <a:r>
              <a:rPr dirty="0" smtClean="0"/>
              <a:t>Improve </a:t>
            </a:r>
            <a:r>
              <a:rPr dirty="0"/>
              <a:t>performance and </a:t>
            </a:r>
            <a:r>
              <a:rPr dirty="0" smtClean="0"/>
              <a:t>scalability</a:t>
            </a:r>
            <a:endParaRPr lang="en-US" dirty="0" smtClean="0"/>
          </a:p>
          <a:p>
            <a:r>
              <a:rPr dirty="0" smtClean="0"/>
              <a:t>Enhance </a:t>
            </a:r>
            <a:r>
              <a:rPr dirty="0"/>
              <a:t>security and maintainability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in Relationship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 smtClean="0"/>
              <a:t>Identify </a:t>
            </a:r>
            <a:r>
              <a:rPr dirty="0"/>
              <a:t>entities (users, databases, services)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Map </a:t>
            </a:r>
            <a:r>
              <a:rPr dirty="0"/>
              <a:t>interactions and dependencies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Evaluate </a:t>
            </a:r>
            <a:r>
              <a:rPr dirty="0"/>
              <a:t>data flow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Detect </a:t>
            </a:r>
            <a:r>
              <a:rPr dirty="0"/>
              <a:t>bottlenecks or risks</a:t>
            </a:r>
          </a:p>
          <a:p>
            <a:pPr marL="514350" indent="-514350">
              <a:buFont typeface="+mj-lt"/>
              <a:buAutoNum type="arabicPeriod"/>
            </a:pPr>
            <a:r>
              <a:rPr dirty="0" smtClean="0"/>
              <a:t>Document </a:t>
            </a:r>
            <a:r>
              <a:rPr dirty="0"/>
              <a:t>and optimize relationships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Entity-Relationship </a:t>
            </a:r>
            <a:r>
              <a:rPr dirty="0"/>
              <a:t>Diagrams (ERD)</a:t>
            </a:r>
          </a:p>
          <a:p>
            <a:r>
              <a:rPr dirty="0" smtClean="0"/>
              <a:t>Data </a:t>
            </a:r>
            <a:r>
              <a:rPr dirty="0"/>
              <a:t>Flow Diagrams (DFD)</a:t>
            </a:r>
          </a:p>
          <a:p>
            <a:r>
              <a:rPr dirty="0" smtClean="0"/>
              <a:t>Dependency </a:t>
            </a:r>
            <a:r>
              <a:rPr dirty="0"/>
              <a:t>Mapping Tools</a:t>
            </a:r>
          </a:p>
          <a:p>
            <a:r>
              <a:rPr dirty="0" smtClean="0"/>
              <a:t>Performance </a:t>
            </a:r>
            <a:r>
              <a:rPr dirty="0"/>
              <a:t>Monitoring </a:t>
            </a:r>
            <a:r>
              <a:rPr dirty="0" smtClean="0"/>
              <a:t>Tools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Entity-Relationship (E-R)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Definition:</a:t>
            </a:r>
            <a:r>
              <a:rPr lang="en-US" dirty="0"/>
              <a:t> A graphical representation of entities (objects, people, or concepts) and the relationships between them.</a:t>
            </a:r>
          </a:p>
          <a:p>
            <a:r>
              <a:rPr lang="en-US" b="1" dirty="0"/>
              <a:t>Purpose in Web Applications:</a:t>
            </a:r>
            <a:endParaRPr lang="en-US" dirty="0"/>
          </a:p>
          <a:p>
            <a:r>
              <a:rPr lang="en-US" dirty="0"/>
              <a:t>Models the </a:t>
            </a:r>
            <a:r>
              <a:rPr lang="en-US" b="1" dirty="0"/>
              <a:t>database structure</a:t>
            </a:r>
            <a:r>
              <a:rPr lang="en-US" dirty="0"/>
              <a:t> before implementation.</a:t>
            </a:r>
          </a:p>
          <a:p>
            <a:r>
              <a:rPr lang="en-US" dirty="0"/>
              <a:t>Helps developers understand how data is organized and connected.</a:t>
            </a:r>
          </a:p>
          <a:p>
            <a:r>
              <a:rPr lang="en-US" dirty="0"/>
              <a:t>Ensures consistency and reduces redundancy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668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Entity-Relationship (E-R)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Key </a:t>
            </a:r>
            <a:r>
              <a:rPr lang="en-US" b="1" dirty="0"/>
              <a:t>Components:</a:t>
            </a:r>
            <a:endParaRPr lang="en-US" dirty="0"/>
          </a:p>
          <a:p>
            <a:r>
              <a:rPr lang="en-US" b="1" dirty="0"/>
              <a:t>Entities:</a:t>
            </a:r>
            <a:r>
              <a:rPr lang="en-US" dirty="0"/>
              <a:t> Represent tables (e.g., User, Order, Product).</a:t>
            </a:r>
          </a:p>
          <a:p>
            <a:r>
              <a:rPr lang="en-US" b="1" dirty="0"/>
              <a:t>Attributes:</a:t>
            </a:r>
            <a:r>
              <a:rPr lang="en-US" dirty="0"/>
              <a:t> Properties of entities (e.g., </a:t>
            </a:r>
            <a:r>
              <a:rPr lang="en-US" dirty="0" err="1"/>
              <a:t>UserID</a:t>
            </a:r>
            <a:r>
              <a:rPr lang="en-US" dirty="0"/>
              <a:t>, Name, Email).</a:t>
            </a:r>
          </a:p>
          <a:p>
            <a:r>
              <a:rPr lang="en-US" b="1" dirty="0"/>
              <a:t>Relationships:</a:t>
            </a:r>
            <a:r>
              <a:rPr lang="en-US" dirty="0"/>
              <a:t> Connections between entities (e.g., A User places an Order).</a:t>
            </a:r>
          </a:p>
          <a:p>
            <a:r>
              <a:rPr lang="en-US" b="1" dirty="0"/>
              <a:t>Benefit:</a:t>
            </a:r>
            <a:r>
              <a:rPr lang="en-US" dirty="0"/>
              <a:t> Simplifies </a:t>
            </a:r>
            <a:r>
              <a:rPr lang="en-US" b="1" dirty="0"/>
              <a:t>database design</a:t>
            </a:r>
            <a:r>
              <a:rPr lang="en-US" dirty="0"/>
              <a:t>, improves </a:t>
            </a:r>
            <a:r>
              <a:rPr lang="en-US" b="1" dirty="0"/>
              <a:t>data integrity</a:t>
            </a:r>
            <a:r>
              <a:rPr lang="en-US" dirty="0"/>
              <a:t>, and helps in </a:t>
            </a:r>
            <a:r>
              <a:rPr lang="en-US" b="1" dirty="0"/>
              <a:t>system documentation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30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Flow Diagram (DFD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Definition</a:t>
            </a:r>
            <a:r>
              <a:rPr lang="en-US" b="1" dirty="0"/>
              <a:t>:</a:t>
            </a:r>
            <a:r>
              <a:rPr lang="en-US" dirty="0"/>
              <a:t> A visual representation that shows how data moves through a system, including inputs, processes, storage, and outputs.</a:t>
            </a:r>
          </a:p>
          <a:p>
            <a:r>
              <a:rPr lang="en-US" b="1" dirty="0"/>
              <a:t>Purpose in Web Applications:</a:t>
            </a:r>
            <a:endParaRPr lang="en-US" dirty="0"/>
          </a:p>
          <a:p>
            <a:pPr lvl="1"/>
            <a:r>
              <a:rPr lang="en-US" dirty="0"/>
              <a:t>Maps how </a:t>
            </a:r>
            <a:r>
              <a:rPr lang="en-US" b="1" dirty="0"/>
              <a:t>user requests</a:t>
            </a:r>
            <a:r>
              <a:rPr lang="en-US" dirty="0"/>
              <a:t> travel through the application.</a:t>
            </a:r>
          </a:p>
          <a:p>
            <a:pPr lvl="1"/>
            <a:r>
              <a:rPr lang="en-US" dirty="0"/>
              <a:t>Identifies </a:t>
            </a:r>
            <a:r>
              <a:rPr lang="en-US" b="1" dirty="0"/>
              <a:t>processes</a:t>
            </a:r>
            <a:r>
              <a:rPr lang="en-US" dirty="0"/>
              <a:t> (e.g., authentication, order processing).</a:t>
            </a:r>
          </a:p>
          <a:p>
            <a:pPr lvl="1"/>
            <a:r>
              <a:rPr lang="en-US" dirty="0"/>
              <a:t>Shows how data is </a:t>
            </a:r>
            <a:r>
              <a:rPr lang="en-US" b="1" dirty="0"/>
              <a:t>stored</a:t>
            </a:r>
            <a:r>
              <a:rPr lang="en-US" dirty="0"/>
              <a:t> and </a:t>
            </a:r>
            <a:r>
              <a:rPr lang="en-US" b="1" dirty="0"/>
              <a:t>retrieved</a:t>
            </a:r>
            <a:r>
              <a:rPr lang="en-US" dirty="0"/>
              <a:t> from databases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60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Flow Diagram (DFD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Key </a:t>
            </a:r>
            <a:r>
              <a:rPr lang="en-US" b="1" dirty="0"/>
              <a:t>Components:</a:t>
            </a:r>
            <a:endParaRPr lang="en-US" dirty="0"/>
          </a:p>
          <a:p>
            <a:pPr lvl="1"/>
            <a:r>
              <a:rPr lang="en-US" b="1" dirty="0"/>
              <a:t>External Entities:</a:t>
            </a:r>
            <a:r>
              <a:rPr lang="en-US" dirty="0"/>
              <a:t> Users or external systems providing/receiving data.</a:t>
            </a:r>
          </a:p>
          <a:p>
            <a:pPr lvl="1"/>
            <a:r>
              <a:rPr lang="en-US" b="1" dirty="0"/>
              <a:t>Processes:</a:t>
            </a:r>
            <a:r>
              <a:rPr lang="en-US" dirty="0"/>
              <a:t> Actions performed on data (e.g., “Validate Login”).</a:t>
            </a:r>
          </a:p>
          <a:p>
            <a:pPr lvl="1"/>
            <a:r>
              <a:rPr lang="en-US" b="1" dirty="0"/>
              <a:t>Data Stores:</a:t>
            </a:r>
            <a:r>
              <a:rPr lang="en-US" dirty="0"/>
              <a:t> Where data resides (e.g., Database, Cache).</a:t>
            </a:r>
          </a:p>
          <a:p>
            <a:pPr lvl="1"/>
            <a:r>
              <a:rPr lang="en-US" b="1" dirty="0"/>
              <a:t>Data Flows:</a:t>
            </a:r>
            <a:r>
              <a:rPr lang="en-US" dirty="0"/>
              <a:t> Arrows showing movement of data between components.</a:t>
            </a:r>
          </a:p>
          <a:p>
            <a:r>
              <a:rPr lang="en-US" b="1" dirty="0"/>
              <a:t>Benefit:</a:t>
            </a:r>
            <a:r>
              <a:rPr lang="en-US" dirty="0"/>
              <a:t> Helps in understanding </a:t>
            </a:r>
            <a:r>
              <a:rPr lang="en-US" b="1" dirty="0"/>
              <a:t>system workflow</a:t>
            </a:r>
            <a:r>
              <a:rPr lang="en-US" dirty="0"/>
              <a:t>, detecting </a:t>
            </a:r>
            <a:r>
              <a:rPr lang="en-US" b="1" dirty="0"/>
              <a:t>bottlenecks</a:t>
            </a:r>
            <a:r>
              <a:rPr lang="en-US" dirty="0"/>
              <a:t>, and improving </a:t>
            </a:r>
            <a:r>
              <a:rPr lang="en-US" b="1" dirty="0"/>
              <a:t>design clarity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34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Flow Diagram (DFD)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Free DFD Tutorial and DFD the best DFD drawing tool, Try Now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417" y="1750422"/>
            <a:ext cx="5695950" cy="4438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5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Mapping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Definition:</a:t>
            </a:r>
            <a:r>
              <a:rPr lang="en-US" dirty="0"/>
              <a:t> Tools that visualize and analyze the interconnections between different components, services, and modules in a web application.</a:t>
            </a:r>
          </a:p>
          <a:p>
            <a:r>
              <a:rPr lang="en-US" b="1" dirty="0"/>
              <a:t>Purpose in Web Applications:</a:t>
            </a:r>
            <a:endParaRPr lang="en-US" dirty="0"/>
          </a:p>
          <a:p>
            <a:r>
              <a:rPr lang="en-US" dirty="0"/>
              <a:t>Identify </a:t>
            </a:r>
            <a:r>
              <a:rPr lang="en-US" b="1" dirty="0"/>
              <a:t>service dependencies</a:t>
            </a:r>
            <a:r>
              <a:rPr lang="en-US" dirty="0"/>
              <a:t> (e.g., </a:t>
            </a:r>
            <a:r>
              <a:rPr lang="en-US" dirty="0" err="1"/>
              <a:t>microservices</a:t>
            </a:r>
            <a:r>
              <a:rPr lang="en-US" dirty="0"/>
              <a:t>, APIs).</a:t>
            </a:r>
          </a:p>
          <a:p>
            <a:r>
              <a:rPr lang="en-US" dirty="0"/>
              <a:t>Detect </a:t>
            </a:r>
            <a:r>
              <a:rPr lang="en-US" b="1" dirty="0"/>
              <a:t>circular or redundant dependencies</a:t>
            </a:r>
            <a:r>
              <a:rPr lang="en-US" dirty="0"/>
              <a:t>.</a:t>
            </a:r>
          </a:p>
          <a:p>
            <a:r>
              <a:rPr lang="en-US" dirty="0"/>
              <a:t>Provide insights into </a:t>
            </a:r>
            <a:r>
              <a:rPr lang="en-US" b="1" dirty="0"/>
              <a:t>system complexity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699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Mapping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 smtClean="0"/>
              <a:t>Examples </a:t>
            </a:r>
            <a:r>
              <a:rPr lang="en-US" b="1" dirty="0"/>
              <a:t>of Tools:</a:t>
            </a:r>
            <a:endParaRPr lang="en-US" dirty="0"/>
          </a:p>
          <a:p>
            <a:r>
              <a:rPr lang="en-US" b="1" dirty="0" err="1"/>
              <a:t>Graphviz</a:t>
            </a:r>
            <a:r>
              <a:rPr lang="en-US" b="1" dirty="0"/>
              <a:t>:</a:t>
            </a:r>
            <a:r>
              <a:rPr lang="en-US" dirty="0"/>
              <a:t> Open-source graph visualization software.</a:t>
            </a:r>
          </a:p>
          <a:p>
            <a:r>
              <a:rPr lang="en-US" b="1" dirty="0" err="1"/>
              <a:t>Structurizr</a:t>
            </a:r>
            <a:r>
              <a:rPr lang="en-US" b="1" dirty="0"/>
              <a:t>:</a:t>
            </a:r>
            <a:r>
              <a:rPr lang="en-US" dirty="0"/>
              <a:t> Visual modeling tool for software architecture.</a:t>
            </a:r>
          </a:p>
          <a:p>
            <a:r>
              <a:rPr lang="en-US" b="1" dirty="0"/>
              <a:t>AWS X-Ray / Jaeger:</a:t>
            </a:r>
            <a:r>
              <a:rPr lang="en-US" dirty="0"/>
              <a:t> For tracing service dependencies in distributed systems.</a:t>
            </a:r>
          </a:p>
          <a:p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Improves </a:t>
            </a:r>
            <a:r>
              <a:rPr lang="en-US" b="1" dirty="0"/>
              <a:t>architecture visibility</a:t>
            </a:r>
            <a:r>
              <a:rPr lang="en-US" dirty="0"/>
              <a:t>.</a:t>
            </a:r>
          </a:p>
          <a:p>
            <a:r>
              <a:rPr lang="en-US" dirty="0"/>
              <a:t>Helps in </a:t>
            </a:r>
            <a:r>
              <a:rPr lang="en-US" b="1" dirty="0"/>
              <a:t>troubleshooting failures</a:t>
            </a:r>
            <a:r>
              <a:rPr lang="en-US" dirty="0"/>
              <a:t>.</a:t>
            </a:r>
          </a:p>
          <a:p>
            <a:r>
              <a:rPr lang="en-US" dirty="0"/>
              <a:t>Supports </a:t>
            </a:r>
            <a:r>
              <a:rPr lang="en-US" b="1" dirty="0"/>
              <a:t>scalability planning</a:t>
            </a:r>
            <a:r>
              <a:rPr lang="en-US" dirty="0"/>
              <a:t> and risk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072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Mapping Tools</a:t>
            </a:r>
          </a:p>
        </p:txBody>
      </p:sp>
      <p:sp>
        <p:nvSpPr>
          <p:cNvPr id="4" name="AutoShape 2" descr="What is Dependency Mapping in Project Management? | Createl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 descr="Dependency Mapping | Free Template | FigJ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867" y="1600200"/>
            <a:ext cx="4220516" cy="422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274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Monitoring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Definition</a:t>
            </a:r>
            <a:r>
              <a:rPr lang="en-US" b="1" dirty="0"/>
              <a:t>:</a:t>
            </a:r>
            <a:r>
              <a:rPr lang="en-US" dirty="0"/>
              <a:t> Tools that track, analyze, and report on the </a:t>
            </a:r>
            <a:r>
              <a:rPr lang="en-US" b="1" dirty="0"/>
              <a:t>speed, responsiveness, and stability</a:t>
            </a:r>
            <a:r>
              <a:rPr lang="en-US" dirty="0"/>
              <a:t> of web applications.</a:t>
            </a:r>
          </a:p>
          <a:p>
            <a:r>
              <a:rPr lang="en-US" b="1" dirty="0"/>
              <a:t>Purpose in Web Applications:</a:t>
            </a:r>
            <a:endParaRPr lang="en-US" dirty="0"/>
          </a:p>
          <a:p>
            <a:pPr lvl="1"/>
            <a:r>
              <a:rPr lang="en-US" dirty="0"/>
              <a:t>Monitor </a:t>
            </a:r>
            <a:r>
              <a:rPr lang="en-US" b="1" dirty="0"/>
              <a:t>server performance</a:t>
            </a:r>
            <a:r>
              <a:rPr lang="en-US" dirty="0"/>
              <a:t> (CPU, memory, response time).</a:t>
            </a:r>
          </a:p>
          <a:p>
            <a:pPr lvl="1"/>
            <a:r>
              <a:rPr lang="en-US" dirty="0"/>
              <a:t>Detect </a:t>
            </a:r>
            <a:r>
              <a:rPr lang="en-US" b="1" dirty="0"/>
              <a:t>application bottlenecks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Track </a:t>
            </a:r>
            <a:r>
              <a:rPr lang="en-US" b="1" dirty="0"/>
              <a:t>end-user experience</a:t>
            </a:r>
            <a:r>
              <a:rPr lang="en-US" dirty="0"/>
              <a:t> (page load time, errors).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Monitoring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Examples </a:t>
            </a:r>
            <a:r>
              <a:rPr lang="en-US" b="1" dirty="0"/>
              <a:t>of Tools:</a:t>
            </a:r>
            <a:endParaRPr lang="en-US" dirty="0"/>
          </a:p>
          <a:p>
            <a:pPr lvl="1"/>
            <a:r>
              <a:rPr lang="en-US" b="1" dirty="0"/>
              <a:t>New Relic, </a:t>
            </a:r>
            <a:r>
              <a:rPr lang="en-US" b="1" dirty="0" err="1"/>
              <a:t>AppDynamics</a:t>
            </a:r>
            <a:r>
              <a:rPr lang="en-US" b="1" dirty="0"/>
              <a:t>, </a:t>
            </a:r>
            <a:r>
              <a:rPr lang="en-US" b="1" dirty="0" err="1"/>
              <a:t>Datadog</a:t>
            </a:r>
            <a:r>
              <a:rPr lang="en-US" dirty="0"/>
              <a:t> → Real-time application monitoring.</a:t>
            </a:r>
          </a:p>
          <a:p>
            <a:pPr lvl="1"/>
            <a:r>
              <a:rPr lang="en-US" b="1" dirty="0"/>
              <a:t>Google Lighthouse</a:t>
            </a:r>
            <a:r>
              <a:rPr lang="en-US" dirty="0"/>
              <a:t> → Frontend performance testing.</a:t>
            </a:r>
          </a:p>
          <a:p>
            <a:pPr lvl="1"/>
            <a:r>
              <a:rPr lang="en-US" b="1" dirty="0" err="1"/>
              <a:t>Nagios</a:t>
            </a:r>
            <a:r>
              <a:rPr lang="en-US" b="1" dirty="0"/>
              <a:t>, Prometheus + </a:t>
            </a:r>
            <a:r>
              <a:rPr lang="en-US" b="1" dirty="0" err="1"/>
              <a:t>Grafana</a:t>
            </a:r>
            <a:r>
              <a:rPr lang="en-US" dirty="0"/>
              <a:t> → Server and infrastructure monitoring.</a:t>
            </a:r>
          </a:p>
          <a:p>
            <a:r>
              <a:rPr lang="en-US" b="1" dirty="0"/>
              <a:t>Benefits:</a:t>
            </a:r>
            <a:endParaRPr lang="en-US" dirty="0"/>
          </a:p>
          <a:p>
            <a:pPr lvl="1"/>
            <a:r>
              <a:rPr lang="en-US" dirty="0"/>
              <a:t>Ensures </a:t>
            </a:r>
            <a:r>
              <a:rPr lang="en-US" b="1" dirty="0"/>
              <a:t>smooth user experience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Helps with </a:t>
            </a:r>
            <a:r>
              <a:rPr lang="en-US" b="1" dirty="0"/>
              <a:t>early issue detection</a:t>
            </a:r>
            <a:r>
              <a:rPr lang="en-US" dirty="0"/>
              <a:t> and prevention.</a:t>
            </a:r>
          </a:p>
          <a:p>
            <a:pPr lvl="1"/>
            <a:r>
              <a:rPr lang="en-US" dirty="0"/>
              <a:t>Provides insights for </a:t>
            </a:r>
            <a:r>
              <a:rPr lang="en-US" b="1" dirty="0"/>
              <a:t>scaling applications efficiently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901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Relationship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Improved </a:t>
            </a:r>
            <a:r>
              <a:rPr dirty="0"/>
              <a:t>system understanding</a:t>
            </a:r>
          </a:p>
          <a:p>
            <a:r>
              <a:rPr dirty="0" smtClean="0"/>
              <a:t>Enhanced </a:t>
            </a:r>
            <a:r>
              <a:rPr dirty="0"/>
              <a:t>performance</a:t>
            </a:r>
          </a:p>
          <a:p>
            <a:r>
              <a:rPr dirty="0" smtClean="0"/>
              <a:t>Better </a:t>
            </a:r>
            <a:r>
              <a:rPr dirty="0"/>
              <a:t>scalability</a:t>
            </a:r>
          </a:p>
          <a:p>
            <a:r>
              <a:rPr dirty="0" smtClean="0"/>
              <a:t>Increased </a:t>
            </a:r>
            <a:r>
              <a:rPr dirty="0"/>
              <a:t>security</a:t>
            </a:r>
          </a:p>
          <a:p>
            <a:r>
              <a:rPr dirty="0" smtClean="0"/>
              <a:t>Easier </a:t>
            </a:r>
            <a:r>
              <a:rPr dirty="0"/>
              <a:t>maintenance and troubleshooting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610</Words>
  <Application>Microsoft Office PowerPoint</Application>
  <PresentationFormat>On-screen Show (4:3)</PresentationFormat>
  <Paragraphs>84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Relationship Analysis Process of Web Application</vt:lpstr>
      <vt:lpstr>Introduction</vt:lpstr>
      <vt:lpstr>Key Objectives</vt:lpstr>
      <vt:lpstr>Steps in Relationship Analysis</vt:lpstr>
      <vt:lpstr>Tools and Techniques</vt:lpstr>
      <vt:lpstr>Entity-Relationship (E-R) Diagram</vt:lpstr>
      <vt:lpstr>Entity-Relationship (E-R) Diagram</vt:lpstr>
      <vt:lpstr>Data Flow Diagram (DFD)</vt:lpstr>
      <vt:lpstr>Data Flow Diagram (DFD)</vt:lpstr>
      <vt:lpstr>Data Flow Diagram (DFD)</vt:lpstr>
      <vt:lpstr>Dependency Mapping Tools</vt:lpstr>
      <vt:lpstr>Dependency Mapping Tools</vt:lpstr>
      <vt:lpstr>Dependency Mapping Tools</vt:lpstr>
      <vt:lpstr>Performance Monitoring Tools</vt:lpstr>
      <vt:lpstr>Performance Monitoring Tools</vt:lpstr>
      <vt:lpstr>Benefits of Relationship Analysis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 Analysis Process of Web Application</dc:title>
  <dc:creator>Faruk Hossen</dc:creator>
  <dc:description>generated using python-pptx</dc:description>
  <cp:lastModifiedBy>Faruk Hossen</cp:lastModifiedBy>
  <cp:revision>10</cp:revision>
  <dcterms:created xsi:type="dcterms:W3CDTF">2013-01-27T09:14:16Z</dcterms:created>
  <dcterms:modified xsi:type="dcterms:W3CDTF">2025-08-19T08:03:02Z</dcterms:modified>
</cp:coreProperties>
</file>